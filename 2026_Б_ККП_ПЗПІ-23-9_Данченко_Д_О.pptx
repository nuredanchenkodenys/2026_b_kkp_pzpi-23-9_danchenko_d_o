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7" r:id="rId16"/>
  </p:sldIdLst>
  <p:sldSz cx="9144000" cy="5143500" type="screen16x9"/>
  <p:notesSz cx="6858000" cy="9144000"/>
  <p:embeddedFontLst>
    <p:embeddedFont>
      <p:font typeface="Economica" panose="020B0604020202020204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74A9E5-CDBA-43C3-B706-ADC93013AA5A}" v="34" dt="2026-06-05T17:58:28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3281100" cy="15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Веб-система для надання соціальних послуг з можливістю онлайн-запису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133599" y="3330498"/>
            <a:ext cx="5050733" cy="16421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Данченко Денис Олександрович ПЗПІ-23-9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 доц. кафедри ПІ Дмитро Колесников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sz="1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5 червня 2026</a:t>
            </a: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Розробка веб системи для онлайн-запису на соціальні послуги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Автоматизація керування послугами та часовими слотами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Створення зручної взаємодії між користувачами та адміністраторами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Спрощення процесу запису на соціальні послуги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Зменшення навантаження на працівників установ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Перехід від ручного ведення записів до сучасної веб системи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Можливість отримання послуг онлайн у будь-який час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2</a:t>
            </a:fld>
            <a:endParaRPr lang="uk-UA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проблеми та існуючих рішень </a:t>
            </a: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виконано аналіз веб порталу Dozvil у сфері надання соціальних та адміністративних послуг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розглянуто можливості отримання інформації про послуги та організації онлайн-запису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серед основних недоліків виявлено складну структуру окремих сторінок та недостатньо гнучке керування розкладом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поширеною проблемою є велика кількість дій для оформлення запису та перегляду доступного часу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під час створення CareSpace основна увага приділялась простоті інтерфейсу, роботі з часовими слотами та централізованому керуванню записами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3</a:t>
            </a:fld>
            <a:endParaRPr lang="uk-UA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 та опис системи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реалізувати веб систему для онлайн-запису на соціальні послуги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передбачити ролі користувача та адміністратора в системі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користувач: перегляд послуг, вибір центру, створення та скасування запису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адміністратор: керування послугами, категоріями, центрами, часовими слотами та розкладом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забезпечити зручну взаємодію між клієнтською частиною, сервером та базою даних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4</a:t>
            </a:fld>
            <a:endParaRPr lang="uk-UA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Вибір технологій розробки 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ASP.NET Core Web API та C# – реалізація серверної частини системи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React –</a:t>
            </a:r>
            <a:r>
              <a:rPr lang="uk-UA" noProof="1"/>
              <a:t>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клієнтського веб інтерфейсу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PostgreSQL та Entity Framework Core – зберігання й робота з даними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Clean Architecture, CQRS та MediatR – розділення логіки та організація структури проєкту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JWT Authentication – авторизація користувачів і захист API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FluentValidation та AutoMapper – перевірка даних і мапінг моделей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5</a:t>
            </a:fld>
            <a:endParaRPr lang="uk-UA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створенного програмного забезпечення</a:t>
            </a:r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2683727"/>
            <a:ext cx="8520600" cy="1895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клієнтська частина реалізована на React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серверна частина побудована на ASP.NET Core Web API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архітектура проєкту організована за принципами Clean Architecture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взаємодія з базою даних виконується через Entity Framework Core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•обмін даними між клієнтом і сервером реалізовано через REST API</a:t>
            </a: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6</a:t>
            </a:fld>
            <a:endParaRPr lang="uk-UA" noProof="1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BCD87A-DD2A-E455-5793-7BC4FABD8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442" y="765309"/>
            <a:ext cx="6146743" cy="19184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Опис програмного забезпечення, що було використано у дослідженні</a:t>
            </a: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4771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для серверної частини використовувалась платформа ASP.NET Core Web API та мова програмування C#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клієнтський веб інтерфейс реалізовано за допомогою React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зберігання та обробка даних виконувались через PostgreSQL та Entity Framework Core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структура проєкту побудована за принципами Clean Architecture із використанням CQRS та MediatR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для перевірки API та тестування HTTP-запитів використовувався Swagger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розробка та підтримка проєкту виконувались у Visual Studio та Visual Studio Code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7</a:t>
            </a:fld>
            <a:endParaRPr lang="uk-UA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системи</a:t>
            </a:r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створено зручний та мінімалістичний веб інтерфейс для користувачів і адміністратора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навігація побудована таким чином, щоб спростити запис на послуги та керування даними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для оформлення використано React, CSS та компонентний підхід побудови інтерфейсу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структура сторінок забезпечує швидкий доступ до послуг, розкладу та особистого кабінету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дизайн системи адаптований для комфортної роботи з формами, таблицями та адміністративною панеллю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8</a:t>
            </a:fld>
            <a:endParaRPr lang="uk-UA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реалізації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9</a:t>
            </a:fld>
            <a:endParaRPr lang="uk-UA" noProof="1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56DE23-077E-F998-1751-FAD166662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5" y="977846"/>
            <a:ext cx="4697185" cy="291021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7A5E48-E430-D90D-7743-2DC1558AD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4233" y="523392"/>
            <a:ext cx="4095865" cy="3773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 користувача </a:t>
            </a: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10</a:t>
            </a:fld>
            <a:endParaRPr lang="uk-UA" noProof="1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5C4F84-12A3-8F50-88C0-DCDD5DC0F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735" y="699129"/>
            <a:ext cx="3763347" cy="31990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41E126-7F29-9140-C02C-8AA77B0F1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25" y="1149012"/>
            <a:ext cx="4699224" cy="27491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11</a:t>
            </a:fld>
            <a:endParaRPr lang="uk-UA" noProof="1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1F88042C-6FAE-960A-9C8F-55778747B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770241"/>
              </p:ext>
            </p:extLst>
          </p:nvPr>
        </p:nvGraphicFramePr>
        <p:xfrm>
          <a:off x="1310640" y="687679"/>
          <a:ext cx="7061200" cy="3457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734">
                  <a:extLst>
                    <a:ext uri="{9D8B030D-6E8A-4147-A177-3AD203B41FA5}">
                      <a16:colId xmlns:a16="http://schemas.microsoft.com/office/drawing/2014/main" val="1993304790"/>
                    </a:ext>
                  </a:extLst>
                </a:gridCol>
                <a:gridCol w="2811014">
                  <a:extLst>
                    <a:ext uri="{9D8B030D-6E8A-4147-A177-3AD203B41FA5}">
                      <a16:colId xmlns:a16="http://schemas.microsoft.com/office/drawing/2014/main" val="1285033058"/>
                    </a:ext>
                  </a:extLst>
                </a:gridCol>
                <a:gridCol w="1896452">
                  <a:extLst>
                    <a:ext uri="{9D8B030D-6E8A-4147-A177-3AD203B41FA5}">
                      <a16:colId xmlns:a16="http://schemas.microsoft.com/office/drawing/2014/main" val="1440817641"/>
                    </a:ext>
                  </a:extLst>
                </a:gridCol>
              </a:tblGrid>
              <a:tr h="346186"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Тестовий сценарій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Очікуваний 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53860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Реєстрація користувача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Обліковий запис створено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083787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Авторизація користувача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Користувач отримує JWT токен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932074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Перегляд списку послуг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Послуги відображаються на сторінці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648344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Створення онлайн-запису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Запис створюється на доступний слот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340525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Запис на зайнятий час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 блокує повторне бронювання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954745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Скасування запису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 запису змінюється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891036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Робота адміністративної панелі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Дані створюються та редагуються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916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Підсумки</a:t>
            </a:r>
            <a:r>
              <a:rPr lang="uk-UA" sz="3200" noProof="1"/>
              <a:t> </a:t>
            </a:r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реалізовано веб систему для онлайн-запису на соціальні послуги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створений застосунок автоматизує роботу з послугами, розкладом та записами користувачів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архітектура проєкту дозволяє масштабувати та розширювати функціонал системи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результати роботи можуть бути використані для подальшого розвитку реального веб сервісу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серед напрямів удосконалення – мобільна версія, система сповіщень та модуль аналітики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12</a:t>
            </a:fld>
            <a:endParaRPr lang="uk-UA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E7662ADE2D11841B2AD5868CF31CB2E" ma:contentTypeVersion="4" ma:contentTypeDescription="Створення нового документа." ma:contentTypeScope="" ma:versionID="267c7300e208473969d8240ff6a4f0a3">
  <xsd:schema xmlns:xsd="http://www.w3.org/2001/XMLSchema" xmlns:xs="http://www.w3.org/2001/XMLSchema" xmlns:p="http://schemas.microsoft.com/office/2006/metadata/properties" xmlns:ns3="cbecdf0a-9b7f-4e5b-9507-a7ca1f386fd4" targetNamespace="http://schemas.microsoft.com/office/2006/metadata/properties" ma:root="true" ma:fieldsID="3471e3fa22ffbdf2cb1fbc5292af0e87" ns3:_="">
    <xsd:import namespace="cbecdf0a-9b7f-4e5b-9507-a7ca1f386fd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ecdf0a-9b7f-4e5b-9507-a7ca1f386fd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D2CBB3-CA2B-4424-BADC-A1AD128B9A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ecdf0a-9b7f-4e5b-9507-a7ca1f386f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8CD271A-678C-4412-90FB-3FA206D6C6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798D5D-637F-481A-857D-17B7B1144988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cbecdf0a-9b7f-4e5b-9507-a7ca1f386fd4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2026_Б_ККП_ПЗПІ-23-9_Данченко_Д_О</Template>
  <TotalTime>61</TotalTime>
  <Words>612</Words>
  <Application>Microsoft Office PowerPoint</Application>
  <PresentationFormat>Екран (16:9)</PresentationFormat>
  <Paragraphs>96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7" baseType="lpstr">
      <vt:lpstr>Economica</vt:lpstr>
      <vt:lpstr>Times New Roman</vt:lpstr>
      <vt:lpstr>Open Sans</vt:lpstr>
      <vt:lpstr>Arial</vt:lpstr>
      <vt:lpstr>Шаблон презентації кваліфікаційної роботи магістрів</vt:lpstr>
      <vt:lpstr>Веб-система для надання соціальних послуг з можливістю онлайн-запису</vt:lpstr>
      <vt:lpstr>Мета роботи</vt:lpstr>
      <vt:lpstr>Аналіз проблеми та існуючих рішень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Тестування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Данченко</dc:creator>
  <cp:lastModifiedBy>Денис Данченко</cp:lastModifiedBy>
  <cp:revision>12</cp:revision>
  <dcterms:created xsi:type="dcterms:W3CDTF">2026-06-05T17:07:11Z</dcterms:created>
  <dcterms:modified xsi:type="dcterms:W3CDTF">2026-06-12T09:21:02Z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0x010100EE7662ADE2D11841B2AD5868CF31CB2E</vt:lpwstr>
  </property>
</Properties>
</file>